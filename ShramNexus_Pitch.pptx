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ShramNexus: The Unified AI DPI for India's Labour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97316"/>
                </a:solidFill>
              </a:defRPr>
            </a:pPr>
            <a:r>
              <a:t>Solving 12 Fragmented Challenges with One Interoperable, Privacy-First Middleware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Submitted to: Ministry of Labour &amp; Employment | Digital Shram Sankalp Ideathon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One Platform. Three Pillars. Twelve Solutions.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🎙️  Worker Empowerment (Orange) — Zero-text vernacular voice bot via WhatsApp. Profile updates, AI mock interviews, one-click scheme eligibility. [Solves PS 2, 3, 6, 7]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🛡️  Employer &amp; Compliance Intelligence (Green) — 'NyayaLens' computer vision scans documents, flags anomalies, generates dynamic Compliance Credit Scores. [Solves PS 5, 11]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📊  Systemic Policy Optimization (Blue) — AI cross-validates data, feeds real-time predictive dashboards for skill gaps and migration risks. [Solves PS 8, 9, 10, 12]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Also addresses: PS 1 (Migrant Tracking via anonymized swarm pings) &amp; PS 4 (Cryptographic Shram Badges for fraud prevention)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Built on Trust. Compliant by Design. [DPDP Act 2023 ✓]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Consent-Based Swarm Tracking: Migration mapping uses anonymized, aggregated transit-hub pings. No individual GPS history is ever stored.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Fraud Mitigation: Cryptographic 'Shram Badges' verify legitimate job postings, protecting vulnerable workers from fake platforms.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Data Sovereignty: Built on India Stack (Aadhaar eKYC, DigiLocker). All data remains within government-controlled, secure environments.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"We deliver the Ministry the insights it needs, without ever compromising a single worker's privacy."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From Pilot to National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📈  40% ↑ Projected increase in profile completion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📉  60% ↓ Reduction in manual compliance review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  31.8 Cr Workers on eShram ready for immediate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Phase 1 (Month 1-3): API Integration with existing eShram/NCS/Shram Suvidha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Phase 2 (Month 4-6): Pilot in 2 districts with 50,000 workers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Phase 3 (Month 7-12): National rollout with continuous AI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64922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Scalable. Sustainable. Purpose-built for Viksit Bharat.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